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3D33F-D153-3804-D921-81AE938D6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D67632-E501-ED14-8072-52926755A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F71A2-4107-42F5-D5D0-DA77886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A9C419-2BE3-8643-0DC9-1EBDFF8B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D33070-23AB-6DEA-380C-180C8309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29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9C0A9-33A4-7DF4-880B-5677D264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BA0A4-1998-AA5E-4F5A-A2B2FA09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80A96-787C-2877-FD51-7E50DEC1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027593-38F7-F6D7-9C57-94C980E1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C4A1A-CDAF-FB60-21F7-B22980A3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03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8AD75-2108-5F19-E8E2-E44D9248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A2054-EA8C-C831-20E3-F0B8DDAFB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E9B1F2-8213-658C-F147-F4D51E9B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FAF5C-3542-F3F7-3006-258B1917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EF19F-4F29-96B2-A539-B5FC4457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87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7ED67-A37B-51CD-5985-5956A502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4A620-1E7A-EFFE-8F5B-C2242491B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50E838-46F0-28F4-573E-E4D549210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EF90A3-3898-3A49-52EA-4946A8F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D587FE-0740-C85E-7CC4-319D6D87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57B00F-74CA-696D-9395-ADD1AB08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8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91AE3-2AA8-A469-A61D-7C44554C0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3AF314-6050-59DC-C389-5C5DB2186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C1B447-00F0-A9E9-E7ED-F8E29BCDD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B959DB-AA85-2591-5264-CCBE11A54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85F7DF-C2AF-DEBE-45AC-57A6E089F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A45D73-4860-3E39-20FB-C9B5D45D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6608A9-AB1E-CE65-7F7D-5F0BB10F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2BA759-DFD9-28EE-E2BC-5AEDAF78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01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3E53E-F97B-514A-51B0-4A6245CD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42A4-9F2F-EEA3-6D56-9FC8D798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F1C4F2-E1F4-9F1B-3B16-4324101A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BF450E-1F0A-DE41-DD52-8DD1D1D0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A17B1D-0082-DB0F-2ED8-7620F2C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1FED67-4E6E-D096-4E60-D3F612B6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E2A76E-3AEB-4697-50B1-B60C74AE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3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CF2CA-9005-BCEE-338B-1D72835E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C930E-2EB9-B023-8381-2E48FF11E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D6464A-4402-19CC-9BC0-5ACB97ED9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8AAEE6-0C16-7A42-38E0-1CFC0FF6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F0C2C8-DC74-B2A1-A903-041DC95D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1AB-66FB-0714-BE8E-2F48046B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96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61F4C-FA41-A7AA-3B7F-D1BB9B991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0930C9-E011-CC9B-0EE5-94ABC851E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1A9B89-81D7-95E9-0588-412385750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FFB0D-03F9-F094-6B43-F90D70B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F4DEF9-A51B-E155-9DB7-557A26EB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EF5FAA-9FEA-94B5-2B21-C5B353E6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80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B2430-0A72-7E52-3EAA-02E97325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81FC99-2EFA-DE02-0571-E2912AD6B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D589A-54C4-B964-8AE0-5C281FE8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CA1020-43C4-DE0A-1A8C-DBB9D313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0ED8A-AD3C-35E4-019C-002C6B21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68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7B7B6C-49AB-CC78-ABE6-FC3CDC50E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AEC26-0001-E9DD-C146-9C58205FE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62973-7DED-8CAF-8128-EFB4D038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E3A7A6-0912-0F53-CDDD-895BBB0D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F118B-07AB-1AA9-D6D5-1D8BEF4C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45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718E9B-4738-AA3C-E3C8-53BC3470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2E40C4-F21C-39AC-33B5-01F027E7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2D7CC-6D10-621F-3C5D-274EA2276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5A443-D1C3-42DF-A797-D83E67B29D2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612F9A-984F-B143-207F-10E78EC7A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FA559D-2EB6-69ED-F981-4BC0364EF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10ABC-29A0-4A5F-A93C-469B9B93B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2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1">
            <a:extLst>
              <a:ext uri="{FF2B5EF4-FFF2-40B4-BE49-F238E27FC236}">
                <a16:creationId xmlns:a16="http://schemas.microsoft.com/office/drawing/2014/main" id="{61F91BC8-D274-0CD9-22FB-060424FC03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87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2">
            <a:extLst>
              <a:ext uri="{FF2B5EF4-FFF2-40B4-BE49-F238E27FC236}">
                <a16:creationId xmlns:a16="http://schemas.microsoft.com/office/drawing/2014/main" id="{88FE5DD1-2F60-4E55-3FB8-9752542676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5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3">
            <a:extLst>
              <a:ext uri="{FF2B5EF4-FFF2-40B4-BE49-F238E27FC236}">
                <a16:creationId xmlns:a16="http://schemas.microsoft.com/office/drawing/2014/main" id="{5747C847-3002-0E0D-CC38-B4066B8C64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9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4">
            <a:extLst>
              <a:ext uri="{FF2B5EF4-FFF2-40B4-BE49-F238E27FC236}">
                <a16:creationId xmlns:a16="http://schemas.microsoft.com/office/drawing/2014/main" id="{00D5F266-6855-C7B1-9D4E-5FDD71C958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7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5">
            <a:extLst>
              <a:ext uri="{FF2B5EF4-FFF2-40B4-BE49-F238E27FC236}">
                <a16:creationId xmlns:a16="http://schemas.microsoft.com/office/drawing/2014/main" id="{C4DBE84D-83F3-1811-D051-2DFB65E702F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7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6">
            <a:extLst>
              <a:ext uri="{FF2B5EF4-FFF2-40B4-BE49-F238E27FC236}">
                <a16:creationId xmlns:a16="http://schemas.microsoft.com/office/drawing/2014/main" id="{5A89AE73-FE77-0ACD-3C3F-323283952A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5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7">
            <a:extLst>
              <a:ext uri="{FF2B5EF4-FFF2-40B4-BE49-F238E27FC236}">
                <a16:creationId xmlns:a16="http://schemas.microsoft.com/office/drawing/2014/main" id="{7C015FB6-E742-3185-17F9-277BB3412B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7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8">
            <a:extLst>
              <a:ext uri="{FF2B5EF4-FFF2-40B4-BE49-F238E27FC236}">
                <a16:creationId xmlns:a16="http://schemas.microsoft.com/office/drawing/2014/main" id="{68BEF39D-0570-6BC6-9FE9-C595C68156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2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9">
            <a:extLst>
              <a:ext uri="{FF2B5EF4-FFF2-40B4-BE49-F238E27FC236}">
                <a16:creationId xmlns:a16="http://schemas.microsoft.com/office/drawing/2014/main" id="{2A8CBF01-3143-D8E3-BA79-B6B582703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endered Beamer slide 10">
            <a:extLst>
              <a:ext uri="{FF2B5EF4-FFF2-40B4-BE49-F238E27FC236}">
                <a16:creationId xmlns:a16="http://schemas.microsoft.com/office/drawing/2014/main" id="{8355BFED-1660-44EE-09B6-DBC31DF6EB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0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Evidence-Bounded Local Scientific Story Agent</dc:title>
  <dc:creator/>
  <lastModifiedBy/>
  <revision>1</revision>
  <dcterms:created xsi:type="dcterms:W3CDTF">2026-08-05T03:16:45.0000000Z</dcterms:created>
  <dcterms:modified xsi:type="dcterms:W3CDTF">2026-08-05T03:16:45.0000000Z</dcterms:modified>
  <dc:subject>Thesis weekly research progress</dc:subject>
  <keywords>local scientific agent; evidence traceability; synthetic photonics</keywords>
</coreProperties>
</file>